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7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9A019-A486-805E-755C-2FCB0608E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50FFA1-CAC8-00CF-02BF-207F4CC33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74924-5004-4BA5-F6A2-238A62815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6E00C-1958-C73B-F9FA-5F42C6DA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6E1AB-BF0A-1554-00DB-4250FBB5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5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0E672-2D5D-1672-0DA2-93FFC81F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F1FF9-8598-4C5A-32DA-C19F3864D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22110B-DF8E-2501-220F-9042B544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DFFE2-7BCE-F214-800A-778873A2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922BA2-AA2F-913E-9B44-E3DEAFE7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90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5A112-EBC3-3259-7187-CB7E61E8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4A6DBD-D008-7775-3ED7-BAB7613F0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DA3A3-5A74-A2E2-314D-B98EEC8C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C849F-7D0A-2B57-E7A8-945517A9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831DBB-F0FC-B3DC-D5E3-5FADEAA2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35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BBC2E-272A-B7BD-E00A-DA89266A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DF49B-E92A-6E8D-A117-A2A6D4016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758E4B-FCD5-C985-B3B3-2425138BE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7C9054-CC5A-4B52-EF20-43040918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EEEB38-431D-FEA6-B4BB-7B19EBE7E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B4E4B-7C04-0CED-9FE8-46459B75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8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682AA-1843-8011-F1C7-7599FEF58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7B0D0B-8C9D-3581-3316-8F5C03CB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F5FB18-725C-4D6D-3C08-1AE19C8E7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645D13-B14D-7A60-0327-E81E974F1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91A32A-9A60-F08D-4B9C-20BE6B5222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5C7D37-B23A-417F-3B52-123BEDCC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87068B-380B-7DCF-16D0-19C26E0B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6AA7E6-0490-A85B-65B8-10EC2AF3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14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86C9D-A224-0CA5-6D1A-0503CD6E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FCB458-C835-D055-C98D-397CBE22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C84325-9611-36FD-7DD8-E1617F590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A4A43-9A11-B032-8EAF-A2025E57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09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EE7A7E-3DB9-C8D6-C1EF-13972681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4CE31E-3435-654E-25BA-3A280693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4C9C9-F785-E642-96F2-D42125CA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17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60EE5-24F4-5780-ED01-7F5B1D589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AAD67-F709-3D37-817C-98CD28DC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EB4B3A-5004-724B-8B10-B5E963AC1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3A5EF0-2D20-04E9-5913-95F428D7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87355A-A374-4BC0-8A2F-A5924464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FEDFA8-2962-EE44-81D5-A6D8F4B2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35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A617E-3A0E-00A4-444E-A53DCBF7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EC780F-693A-7393-E7A2-75F2249F4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376497-9630-F251-B383-20BB22CB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3FBDD4-6EC3-02B8-8226-4B8EAA451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A8BB15-D6A3-F47E-FE12-7091050F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15CDA-0B6A-7A9B-ED5C-669307F2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60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914D7-E7BE-E83D-DCAB-15DE7C82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16ED18-0A16-BA71-4DD1-A8522F0B4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9FE10F-47B3-4D1A-89A9-E0EA5DD7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5270B-0517-9BF1-1A05-508C67A4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8792B-EAA9-D9BB-AA11-472815BB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73352E-69DF-F7B4-7C73-B9274AB23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62AE7E-E6B4-4942-64E7-0B984C577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BE7BB-2B90-C4E0-39C6-844C1317B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14EE4-BD15-8A53-F04E-9A0B34A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46A21-10B6-4B96-E0DE-8A4B3AEE3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6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E8F689-3277-219D-5636-C35430BC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FAA2B-8D29-F7F2-C5CA-BE127D323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A3ACC-37D4-86A7-2638-8602360F1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D92AA-0DB8-4D4B-BED3-A27CFE6F7E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AD6E0-AFD4-D7AC-16ED-9BD13D983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D839C-60C6-D648-A7F4-B2AA06384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3A39C-F2BD-40CB-8719-380429FA97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88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3F8E57-D3A7-75B4-3CDF-EBECFC74F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780" y="395103"/>
            <a:ext cx="1895740" cy="26387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83D615-85BD-0663-D2D4-EF553F1D1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759" y="352268"/>
            <a:ext cx="2410161" cy="25911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4ED5FEC-0E44-A8D3-D1C3-E2620A1222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biLevel thresh="75000"/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20" b="62455" l="13568" r="85930">
                        <a14:foregroundMark x1="18593" y1="41516" x2="18593" y2="41516"/>
                        <a14:foregroundMark x1="37688" y1="62455" x2="37688" y2="62455"/>
                        <a14:foregroundMark x1="61809" y1="7220" x2="61809" y2="7220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45" t="4278" r="4110" b="32674"/>
          <a:stretch/>
        </p:blipFill>
        <p:spPr>
          <a:xfrm>
            <a:off x="8523759" y="2614768"/>
            <a:ext cx="4389100" cy="42122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5438DE-54D6-B672-DA5F-65A228D4D5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515" b="59926" l="24111" r="77075">
                        <a14:foregroundMark x1="40711" y1="23897" x2="40711" y2="23897"/>
                        <a14:foregroundMark x1="38735" y1="41912" x2="38735" y2="41912"/>
                        <a14:foregroundMark x1="58498" y1="52941" x2="58498" y2="52941"/>
                        <a14:foregroundMark x1="43083" y1="56985" x2="43083" y2="56985"/>
                        <a14:foregroundMark x1="66798" y1="59926" x2="66798" y2="59926"/>
                        <a14:foregroundMark x1="45850" y1="16176" x2="45850" y2="16176"/>
                        <a14:foregroundMark x1="37549" y1="23162" x2="37549" y2="23162"/>
                        <a14:foregroundMark x1="37945" y1="13971" x2="37945" y2="14706"/>
                        <a14:foregroundMark x1="38340" y1="15074" x2="38340" y2="15074"/>
                        <a14:foregroundMark x1="38340" y1="15809" x2="38340" y2="15809"/>
                        <a14:foregroundMark x1="38735" y1="15809" x2="38735" y2="15809"/>
                        <a14:foregroundMark x1="38735" y1="15809" x2="38735" y2="15809"/>
                        <a14:foregroundMark x1="38735" y1="15809" x2="38735" y2="15809"/>
                        <a14:foregroundMark x1="38735" y1="15809" x2="38735" y2="15809"/>
                        <a14:foregroundMark x1="37154" y1="22059" x2="38340" y2="23162"/>
                        <a14:foregroundMark x1="36759" y1="23529" x2="37549" y2="23897"/>
                        <a14:foregroundMark x1="37154" y1="23162" x2="38735" y2="23897"/>
                        <a14:foregroundMark x1="36759" y1="22426" x2="39921" y2="23529"/>
                        <a14:foregroundMark x1="37945" y1="14338" x2="38735" y2="16176"/>
                        <a14:foregroundMark x1="37945" y1="15074" x2="39130" y2="16176"/>
                        <a14:foregroundMark x1="38735" y1="16176" x2="39526" y2="16912"/>
                        <a14:foregroundMark x1="38735" y1="16176" x2="39526" y2="16912"/>
                        <a14:foregroundMark x1="38340" y1="16544" x2="38735" y2="16912"/>
                        <a14:foregroundMark x1="38340" y1="16544" x2="38735" y2="16912"/>
                        <a14:foregroundMark x1="38340" y1="16544" x2="38735" y2="16912"/>
                        <a14:foregroundMark x1="38735" y1="16912" x2="38735" y2="17279"/>
                        <a14:foregroundMark x1="38735" y1="17279" x2="38735" y2="17647"/>
                        <a14:foregroundMark x1="39130" y1="16912" x2="39130" y2="16912"/>
                        <a14:foregroundMark x1="38735" y1="16544" x2="38340" y2="15809"/>
                        <a14:foregroundMark x1="38735" y1="16544" x2="39526" y2="17279"/>
                        <a14:foregroundMark x1="38340" y1="15809" x2="38735" y2="17647"/>
                        <a14:foregroundMark x1="38735" y1="16176" x2="38735" y2="17647"/>
                        <a14:foregroundMark x1="37945" y1="16176" x2="37945" y2="17279"/>
                        <a14:foregroundMark x1="39130" y1="16544" x2="37945" y2="17279"/>
                        <a14:foregroundMark x1="35573" y1="23162" x2="38735" y2="23529"/>
                        <a14:foregroundMark x1="35968" y1="22794" x2="37945" y2="24265"/>
                        <a14:foregroundMark x1="37648" y1="25000" x2="38340" y2="25368"/>
                        <a14:foregroundMark x1="35573" y1="23897" x2="37648" y2="25000"/>
                        <a14:foregroundMark x1="34783" y1="22059" x2="37945" y2="23897"/>
                        <a14:foregroundMark x1="35968" y1="23162" x2="37154" y2="23529"/>
                        <a14:foregroundMark x1="36364" y1="23529" x2="37154" y2="24632"/>
                        <a14:foregroundMark x1="35968" y1="23529" x2="36759" y2="24265"/>
                        <a14:foregroundMark x1="42292" y1="17279" x2="45059" y2="18015"/>
                        <a14:backgroundMark x1="50988" y1="50735" x2="50988" y2="50735"/>
                        <a14:backgroundMark x1="37549" y1="25735" x2="37549" y2="25735"/>
                        <a14:backgroundMark x1="40316" y1="19485" x2="40316" y2="19485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67" r="15701" b="38605"/>
          <a:stretch/>
        </p:blipFill>
        <p:spPr>
          <a:xfrm>
            <a:off x="9830558" y="3546318"/>
            <a:ext cx="1608342" cy="1590832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CA502C5F-4435-87ED-ED84-42A2FB362FB9}"/>
              </a:ext>
            </a:extLst>
          </p:cNvPr>
          <p:cNvGrpSpPr/>
          <p:nvPr/>
        </p:nvGrpSpPr>
        <p:grpSpPr>
          <a:xfrm>
            <a:off x="2003314" y="2105690"/>
            <a:ext cx="3482442" cy="3399230"/>
            <a:chOff x="3662780" y="677115"/>
            <a:chExt cx="3580598" cy="349504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504454A-CA25-A8A4-6E38-C2CF4DCD28AF}"/>
                </a:ext>
              </a:extLst>
            </p:cNvPr>
            <p:cNvSpPr/>
            <p:nvPr/>
          </p:nvSpPr>
          <p:spPr>
            <a:xfrm>
              <a:off x="3987801" y="1263856"/>
              <a:ext cx="2908300" cy="2908300"/>
            </a:xfrm>
            <a:prstGeom prst="roundRect">
              <a:avLst>
                <a:gd name="adj" fmla="val 21470"/>
              </a:avLst>
            </a:prstGeom>
            <a:noFill/>
            <a:ln w="1524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剪去左右顶角 10">
              <a:extLst>
                <a:ext uri="{FF2B5EF4-FFF2-40B4-BE49-F238E27FC236}">
                  <a16:creationId xmlns:a16="http://schemas.microsoft.com/office/drawing/2014/main" id="{8C68CC8A-40DC-81DA-189E-194A8078F3BD}"/>
                </a:ext>
              </a:extLst>
            </p:cNvPr>
            <p:cNvSpPr/>
            <p:nvPr/>
          </p:nvSpPr>
          <p:spPr>
            <a:xfrm rot="16200000">
              <a:off x="3504921" y="2757328"/>
              <a:ext cx="616259" cy="300541"/>
            </a:xfrm>
            <a:prstGeom prst="snip2SameRect">
              <a:avLst>
                <a:gd name="adj1" fmla="val 47264"/>
                <a:gd name="adj2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流程图: 接点 11">
              <a:extLst>
                <a:ext uri="{FF2B5EF4-FFF2-40B4-BE49-F238E27FC236}">
                  <a16:creationId xmlns:a16="http://schemas.microsoft.com/office/drawing/2014/main" id="{41F4088F-7FD7-29DB-1141-158AE0EB6ED5}"/>
                </a:ext>
              </a:extLst>
            </p:cNvPr>
            <p:cNvSpPr/>
            <p:nvPr/>
          </p:nvSpPr>
          <p:spPr>
            <a:xfrm>
              <a:off x="4644542" y="677115"/>
              <a:ext cx="355600" cy="34290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接点 12">
              <a:extLst>
                <a:ext uri="{FF2B5EF4-FFF2-40B4-BE49-F238E27FC236}">
                  <a16:creationId xmlns:a16="http://schemas.microsoft.com/office/drawing/2014/main" id="{37F600AD-3982-5F77-FBBD-F0C59738E2FC}"/>
                </a:ext>
              </a:extLst>
            </p:cNvPr>
            <p:cNvSpPr/>
            <p:nvPr/>
          </p:nvSpPr>
          <p:spPr>
            <a:xfrm>
              <a:off x="5863742" y="677115"/>
              <a:ext cx="355600" cy="34290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6118A5F-AE25-4550-C35E-BF9F95192A0A}"/>
                </a:ext>
              </a:extLst>
            </p:cNvPr>
            <p:cNvSpPr/>
            <p:nvPr/>
          </p:nvSpPr>
          <p:spPr>
            <a:xfrm>
              <a:off x="4768380" y="723900"/>
              <a:ext cx="89370" cy="53995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D008AE2-E8DB-AAB8-5CBE-BDC416E346D5}"/>
                </a:ext>
              </a:extLst>
            </p:cNvPr>
            <p:cNvSpPr/>
            <p:nvPr/>
          </p:nvSpPr>
          <p:spPr>
            <a:xfrm>
              <a:off x="5994890" y="743156"/>
              <a:ext cx="89370" cy="53995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BBF6436F-E3BF-1CB7-DB5F-5722512C83C1}"/>
                </a:ext>
              </a:extLst>
            </p:cNvPr>
            <p:cNvGrpSpPr/>
            <p:nvPr/>
          </p:nvGrpSpPr>
          <p:grpSpPr>
            <a:xfrm>
              <a:off x="4314973" y="1569982"/>
              <a:ext cx="2327079" cy="2315305"/>
              <a:chOff x="4296754" y="1533946"/>
              <a:chExt cx="2327079" cy="2315305"/>
            </a:xfrm>
          </p:grpSpPr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020A6270-80F2-01BA-428A-284B0A60704D}"/>
                  </a:ext>
                </a:extLst>
              </p:cNvPr>
              <p:cNvSpPr/>
              <p:nvPr/>
            </p:nvSpPr>
            <p:spPr>
              <a:xfrm>
                <a:off x="4296754" y="1533946"/>
                <a:ext cx="2327079" cy="2315305"/>
              </a:xfrm>
              <a:custGeom>
                <a:avLst/>
                <a:gdLst>
                  <a:gd name="connsiteX0" fmla="*/ 584562 w 2441576"/>
                  <a:gd name="connsiteY0" fmla="*/ 0 h 2441576"/>
                  <a:gd name="connsiteX1" fmla="*/ 1857014 w 2441576"/>
                  <a:gd name="connsiteY1" fmla="*/ 0 h 2441576"/>
                  <a:gd name="connsiteX2" fmla="*/ 2441576 w 2441576"/>
                  <a:gd name="connsiteY2" fmla="*/ 584562 h 2441576"/>
                  <a:gd name="connsiteX3" fmla="*/ 2441576 w 2441576"/>
                  <a:gd name="connsiteY3" fmla="*/ 633985 h 2441576"/>
                  <a:gd name="connsiteX4" fmla="*/ 1782176 w 2441576"/>
                  <a:gd name="connsiteY4" fmla="*/ 633985 h 2441576"/>
                  <a:gd name="connsiteX5" fmla="*/ 1782176 w 2441576"/>
                  <a:gd name="connsiteY5" fmla="*/ 636101 h 2441576"/>
                  <a:gd name="connsiteX6" fmla="*/ 607533 w 2441576"/>
                  <a:gd name="connsiteY6" fmla="*/ 636101 h 2441576"/>
                  <a:gd name="connsiteX7" fmla="*/ 607533 w 2441576"/>
                  <a:gd name="connsiteY7" fmla="*/ 1839426 h 2441576"/>
                  <a:gd name="connsiteX8" fmla="*/ 1834043 w 2441576"/>
                  <a:gd name="connsiteY8" fmla="*/ 1839426 h 2441576"/>
                  <a:gd name="connsiteX9" fmla="*/ 1834043 w 2441576"/>
                  <a:gd name="connsiteY9" fmla="*/ 1836251 h 2441576"/>
                  <a:gd name="connsiteX10" fmla="*/ 2441576 w 2441576"/>
                  <a:gd name="connsiteY10" fmla="*/ 1836251 h 2441576"/>
                  <a:gd name="connsiteX11" fmla="*/ 2441576 w 2441576"/>
                  <a:gd name="connsiteY11" fmla="*/ 1857014 h 2441576"/>
                  <a:gd name="connsiteX12" fmla="*/ 1857014 w 2441576"/>
                  <a:gd name="connsiteY12" fmla="*/ 2441576 h 2441576"/>
                  <a:gd name="connsiteX13" fmla="*/ 584562 w 2441576"/>
                  <a:gd name="connsiteY13" fmla="*/ 2441576 h 2441576"/>
                  <a:gd name="connsiteX14" fmla="*/ 0 w 2441576"/>
                  <a:gd name="connsiteY14" fmla="*/ 1857014 h 2441576"/>
                  <a:gd name="connsiteX15" fmla="*/ 0 w 2441576"/>
                  <a:gd name="connsiteY15" fmla="*/ 584562 h 2441576"/>
                  <a:gd name="connsiteX16" fmla="*/ 584562 w 2441576"/>
                  <a:gd name="connsiteY16" fmla="*/ 0 h 2441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41576" h="2441576">
                    <a:moveTo>
                      <a:pt x="584562" y="0"/>
                    </a:moveTo>
                    <a:lnTo>
                      <a:pt x="1857014" y="0"/>
                    </a:lnTo>
                    <a:cubicBezTo>
                      <a:pt x="2179859" y="0"/>
                      <a:pt x="2441576" y="261717"/>
                      <a:pt x="2441576" y="584562"/>
                    </a:cubicBezTo>
                    <a:lnTo>
                      <a:pt x="2441576" y="633985"/>
                    </a:lnTo>
                    <a:lnTo>
                      <a:pt x="1782176" y="633985"/>
                    </a:lnTo>
                    <a:lnTo>
                      <a:pt x="1782176" y="636101"/>
                    </a:lnTo>
                    <a:lnTo>
                      <a:pt x="607533" y="636101"/>
                    </a:lnTo>
                    <a:lnTo>
                      <a:pt x="607533" y="1839426"/>
                    </a:lnTo>
                    <a:lnTo>
                      <a:pt x="1834043" y="1839426"/>
                    </a:lnTo>
                    <a:lnTo>
                      <a:pt x="1834043" y="1836251"/>
                    </a:lnTo>
                    <a:lnTo>
                      <a:pt x="2441576" y="1836251"/>
                    </a:lnTo>
                    <a:lnTo>
                      <a:pt x="2441576" y="1857014"/>
                    </a:lnTo>
                    <a:cubicBezTo>
                      <a:pt x="2441576" y="2179859"/>
                      <a:pt x="2179859" y="2441576"/>
                      <a:pt x="1857014" y="2441576"/>
                    </a:cubicBezTo>
                    <a:lnTo>
                      <a:pt x="584562" y="2441576"/>
                    </a:lnTo>
                    <a:cubicBezTo>
                      <a:pt x="261717" y="2441576"/>
                      <a:pt x="0" y="2179859"/>
                      <a:pt x="0" y="1857014"/>
                    </a:cubicBezTo>
                    <a:lnTo>
                      <a:pt x="0" y="584562"/>
                    </a:lnTo>
                    <a:cubicBezTo>
                      <a:pt x="0" y="261717"/>
                      <a:pt x="261717" y="0"/>
                      <a:pt x="584562" y="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流程图: 接点 25">
                <a:extLst>
                  <a:ext uri="{FF2B5EF4-FFF2-40B4-BE49-F238E27FC236}">
                    <a16:creationId xmlns:a16="http://schemas.microsoft.com/office/drawing/2014/main" id="{4807ED8F-F683-DFBC-FAC3-523060EB4421}"/>
                  </a:ext>
                </a:extLst>
              </p:cNvPr>
              <p:cNvSpPr/>
              <p:nvPr/>
            </p:nvSpPr>
            <p:spPr>
              <a:xfrm>
                <a:off x="5971369" y="1822754"/>
                <a:ext cx="652464" cy="611899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流程图: 接点 26">
                <a:extLst>
                  <a:ext uri="{FF2B5EF4-FFF2-40B4-BE49-F238E27FC236}">
                    <a16:creationId xmlns:a16="http://schemas.microsoft.com/office/drawing/2014/main" id="{CB19CADF-556F-44F7-E4E9-EBCE0A3F3C22}"/>
                  </a:ext>
                </a:extLst>
              </p:cNvPr>
              <p:cNvSpPr/>
              <p:nvPr/>
            </p:nvSpPr>
            <p:spPr>
              <a:xfrm>
                <a:off x="5969485" y="2962543"/>
                <a:ext cx="652464" cy="611899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9" name="矩形: 剪去左右顶角 28">
              <a:extLst>
                <a:ext uri="{FF2B5EF4-FFF2-40B4-BE49-F238E27FC236}">
                  <a16:creationId xmlns:a16="http://schemas.microsoft.com/office/drawing/2014/main" id="{393A6F7B-14A5-373C-F826-0682EAECB03B}"/>
                </a:ext>
              </a:extLst>
            </p:cNvPr>
            <p:cNvSpPr/>
            <p:nvPr/>
          </p:nvSpPr>
          <p:spPr>
            <a:xfrm rot="5400000">
              <a:off x="6784978" y="2757329"/>
              <a:ext cx="616259" cy="300541"/>
            </a:xfrm>
            <a:prstGeom prst="snip2SameRect">
              <a:avLst>
                <a:gd name="adj1" fmla="val 47264"/>
                <a:gd name="adj2" fmla="val 0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512C6266-8C13-5A25-E0F3-0582A401E4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180" y="715901"/>
            <a:ext cx="1703267" cy="169786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16D197D-EE09-5920-794B-40A308A09EDA}"/>
              </a:ext>
            </a:extLst>
          </p:cNvPr>
          <p:cNvSpPr/>
          <p:nvPr/>
        </p:nvSpPr>
        <p:spPr>
          <a:xfrm>
            <a:off x="-158056" y="5275663"/>
            <a:ext cx="316112" cy="599366"/>
          </a:xfrm>
          <a:prstGeom prst="roundRect">
            <a:avLst>
              <a:gd name="adj" fmla="val 427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396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579DF400-757E-E09B-C23E-B820F0A07CF4}"/>
              </a:ext>
            </a:extLst>
          </p:cNvPr>
          <p:cNvGrpSpPr/>
          <p:nvPr/>
        </p:nvGrpSpPr>
        <p:grpSpPr>
          <a:xfrm>
            <a:off x="2009213" y="2105690"/>
            <a:ext cx="3456989" cy="3399230"/>
            <a:chOff x="2009213" y="2105690"/>
            <a:chExt cx="3456989" cy="339923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9AA562D-1B56-1323-D162-AAF1ACE59B07}"/>
                </a:ext>
              </a:extLst>
            </p:cNvPr>
            <p:cNvGrpSpPr/>
            <p:nvPr/>
          </p:nvGrpSpPr>
          <p:grpSpPr>
            <a:xfrm>
              <a:off x="2319425" y="2105690"/>
              <a:ext cx="2828574" cy="3399230"/>
              <a:chOff x="3987801" y="677115"/>
              <a:chExt cx="2908300" cy="3495041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42C457F8-CA8B-B6BE-B073-B6DF95D9C84B}"/>
                  </a:ext>
                </a:extLst>
              </p:cNvPr>
              <p:cNvSpPr/>
              <p:nvPr/>
            </p:nvSpPr>
            <p:spPr>
              <a:xfrm>
                <a:off x="3987801" y="1263856"/>
                <a:ext cx="2908300" cy="2908300"/>
              </a:xfrm>
              <a:prstGeom prst="roundRect">
                <a:avLst>
                  <a:gd name="adj" fmla="val 21470"/>
                </a:avLst>
              </a:prstGeom>
              <a:noFill/>
              <a:ln w="152400"/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6" name="流程图: 接点 15">
                <a:extLst>
                  <a:ext uri="{FF2B5EF4-FFF2-40B4-BE49-F238E27FC236}">
                    <a16:creationId xmlns:a16="http://schemas.microsoft.com/office/drawing/2014/main" id="{99031FC1-EF42-C636-BFBD-581E0FA01B10}"/>
                  </a:ext>
                </a:extLst>
              </p:cNvPr>
              <p:cNvSpPr/>
              <p:nvPr/>
            </p:nvSpPr>
            <p:spPr>
              <a:xfrm>
                <a:off x="4644542" y="677115"/>
                <a:ext cx="355600" cy="34290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流程图: 接点 16">
                <a:extLst>
                  <a:ext uri="{FF2B5EF4-FFF2-40B4-BE49-F238E27FC236}">
                    <a16:creationId xmlns:a16="http://schemas.microsoft.com/office/drawing/2014/main" id="{6AAD792E-96BB-FED5-3085-6EA10F6092BB}"/>
                  </a:ext>
                </a:extLst>
              </p:cNvPr>
              <p:cNvSpPr/>
              <p:nvPr/>
            </p:nvSpPr>
            <p:spPr>
              <a:xfrm>
                <a:off x="5863742" y="677115"/>
                <a:ext cx="355600" cy="34290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38DBBE0-CE5D-B1C1-4F4E-8E8AF26F6A4B}"/>
                  </a:ext>
                </a:extLst>
              </p:cNvPr>
              <p:cNvSpPr/>
              <p:nvPr/>
            </p:nvSpPr>
            <p:spPr>
              <a:xfrm>
                <a:off x="4768380" y="723900"/>
                <a:ext cx="89370" cy="53995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A0CF119-8D51-5012-88CB-C9B302D344BB}"/>
                  </a:ext>
                </a:extLst>
              </p:cNvPr>
              <p:cNvSpPr/>
              <p:nvPr/>
            </p:nvSpPr>
            <p:spPr>
              <a:xfrm>
                <a:off x="5994890" y="743156"/>
                <a:ext cx="89370" cy="53995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93C49995-1E01-770A-8BF3-7A284EB14E48}"/>
                  </a:ext>
                </a:extLst>
              </p:cNvPr>
              <p:cNvGrpSpPr/>
              <p:nvPr/>
            </p:nvGrpSpPr>
            <p:grpSpPr>
              <a:xfrm>
                <a:off x="4314973" y="1569982"/>
                <a:ext cx="2327079" cy="2315305"/>
                <a:chOff x="4296754" y="1533946"/>
                <a:chExt cx="2327079" cy="2315305"/>
              </a:xfrm>
            </p:grpSpPr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8FD025B2-702C-9C5E-090F-391586F655BB}"/>
                    </a:ext>
                  </a:extLst>
                </p:cNvPr>
                <p:cNvSpPr/>
                <p:nvPr/>
              </p:nvSpPr>
              <p:spPr>
                <a:xfrm>
                  <a:off x="4296754" y="1533946"/>
                  <a:ext cx="2327079" cy="2315305"/>
                </a:xfrm>
                <a:custGeom>
                  <a:avLst/>
                  <a:gdLst>
                    <a:gd name="connsiteX0" fmla="*/ 584562 w 2441576"/>
                    <a:gd name="connsiteY0" fmla="*/ 0 h 2441576"/>
                    <a:gd name="connsiteX1" fmla="*/ 1857014 w 2441576"/>
                    <a:gd name="connsiteY1" fmla="*/ 0 h 2441576"/>
                    <a:gd name="connsiteX2" fmla="*/ 2441576 w 2441576"/>
                    <a:gd name="connsiteY2" fmla="*/ 584562 h 2441576"/>
                    <a:gd name="connsiteX3" fmla="*/ 2441576 w 2441576"/>
                    <a:gd name="connsiteY3" fmla="*/ 633985 h 2441576"/>
                    <a:gd name="connsiteX4" fmla="*/ 1782176 w 2441576"/>
                    <a:gd name="connsiteY4" fmla="*/ 633985 h 2441576"/>
                    <a:gd name="connsiteX5" fmla="*/ 1782176 w 2441576"/>
                    <a:gd name="connsiteY5" fmla="*/ 636101 h 2441576"/>
                    <a:gd name="connsiteX6" fmla="*/ 607533 w 2441576"/>
                    <a:gd name="connsiteY6" fmla="*/ 636101 h 2441576"/>
                    <a:gd name="connsiteX7" fmla="*/ 607533 w 2441576"/>
                    <a:gd name="connsiteY7" fmla="*/ 1839426 h 2441576"/>
                    <a:gd name="connsiteX8" fmla="*/ 1834043 w 2441576"/>
                    <a:gd name="connsiteY8" fmla="*/ 1839426 h 2441576"/>
                    <a:gd name="connsiteX9" fmla="*/ 1834043 w 2441576"/>
                    <a:gd name="connsiteY9" fmla="*/ 1836251 h 2441576"/>
                    <a:gd name="connsiteX10" fmla="*/ 2441576 w 2441576"/>
                    <a:gd name="connsiteY10" fmla="*/ 1836251 h 2441576"/>
                    <a:gd name="connsiteX11" fmla="*/ 2441576 w 2441576"/>
                    <a:gd name="connsiteY11" fmla="*/ 1857014 h 2441576"/>
                    <a:gd name="connsiteX12" fmla="*/ 1857014 w 2441576"/>
                    <a:gd name="connsiteY12" fmla="*/ 2441576 h 2441576"/>
                    <a:gd name="connsiteX13" fmla="*/ 584562 w 2441576"/>
                    <a:gd name="connsiteY13" fmla="*/ 2441576 h 2441576"/>
                    <a:gd name="connsiteX14" fmla="*/ 0 w 2441576"/>
                    <a:gd name="connsiteY14" fmla="*/ 1857014 h 2441576"/>
                    <a:gd name="connsiteX15" fmla="*/ 0 w 2441576"/>
                    <a:gd name="connsiteY15" fmla="*/ 584562 h 2441576"/>
                    <a:gd name="connsiteX16" fmla="*/ 584562 w 2441576"/>
                    <a:gd name="connsiteY16" fmla="*/ 0 h 2441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41576" h="2441576">
                      <a:moveTo>
                        <a:pt x="584562" y="0"/>
                      </a:moveTo>
                      <a:lnTo>
                        <a:pt x="1857014" y="0"/>
                      </a:lnTo>
                      <a:cubicBezTo>
                        <a:pt x="2179859" y="0"/>
                        <a:pt x="2441576" y="261717"/>
                        <a:pt x="2441576" y="584562"/>
                      </a:cubicBezTo>
                      <a:lnTo>
                        <a:pt x="2441576" y="633985"/>
                      </a:lnTo>
                      <a:lnTo>
                        <a:pt x="1782176" y="633985"/>
                      </a:lnTo>
                      <a:lnTo>
                        <a:pt x="1782176" y="636101"/>
                      </a:lnTo>
                      <a:lnTo>
                        <a:pt x="607533" y="636101"/>
                      </a:lnTo>
                      <a:lnTo>
                        <a:pt x="607533" y="1839426"/>
                      </a:lnTo>
                      <a:lnTo>
                        <a:pt x="1834043" y="1839426"/>
                      </a:lnTo>
                      <a:lnTo>
                        <a:pt x="1834043" y="1836251"/>
                      </a:lnTo>
                      <a:lnTo>
                        <a:pt x="2441576" y="1836251"/>
                      </a:lnTo>
                      <a:lnTo>
                        <a:pt x="2441576" y="1857014"/>
                      </a:lnTo>
                      <a:cubicBezTo>
                        <a:pt x="2441576" y="2179859"/>
                        <a:pt x="2179859" y="2441576"/>
                        <a:pt x="1857014" y="2441576"/>
                      </a:cubicBezTo>
                      <a:lnTo>
                        <a:pt x="584562" y="2441576"/>
                      </a:lnTo>
                      <a:cubicBezTo>
                        <a:pt x="261717" y="2441576"/>
                        <a:pt x="0" y="2179859"/>
                        <a:pt x="0" y="1857014"/>
                      </a:cubicBezTo>
                      <a:lnTo>
                        <a:pt x="0" y="584562"/>
                      </a:lnTo>
                      <a:cubicBezTo>
                        <a:pt x="0" y="261717"/>
                        <a:pt x="261717" y="0"/>
                        <a:pt x="584562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3" name="流程图: 接点 22">
                  <a:extLst>
                    <a:ext uri="{FF2B5EF4-FFF2-40B4-BE49-F238E27FC236}">
                      <a16:creationId xmlns:a16="http://schemas.microsoft.com/office/drawing/2014/main" id="{F113CDEF-23DB-1535-8D7E-0073F9C36D20}"/>
                    </a:ext>
                  </a:extLst>
                </p:cNvPr>
                <p:cNvSpPr/>
                <p:nvPr/>
              </p:nvSpPr>
              <p:spPr>
                <a:xfrm>
                  <a:off x="5971369" y="1844456"/>
                  <a:ext cx="652464" cy="611899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4" name="流程图: 接点 23">
                  <a:extLst>
                    <a:ext uri="{FF2B5EF4-FFF2-40B4-BE49-F238E27FC236}">
                      <a16:creationId xmlns:a16="http://schemas.microsoft.com/office/drawing/2014/main" id="{4DA13FE8-F1D3-6C63-AAB6-CB214B277B94}"/>
                    </a:ext>
                  </a:extLst>
                </p:cNvPr>
                <p:cNvSpPr/>
                <p:nvPr/>
              </p:nvSpPr>
              <p:spPr>
                <a:xfrm>
                  <a:off x="6301970" y="2679977"/>
                  <a:ext cx="321862" cy="61626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98E312A-34A2-51C1-91CB-E02A0A0F7C11}"/>
                </a:ext>
              </a:extLst>
            </p:cNvPr>
            <p:cNvSpPr/>
            <p:nvPr/>
          </p:nvSpPr>
          <p:spPr>
            <a:xfrm>
              <a:off x="5084872" y="4099997"/>
              <a:ext cx="381330" cy="599366"/>
            </a:xfrm>
            <a:prstGeom prst="roundRect">
              <a:avLst>
                <a:gd name="adj" fmla="val 37369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4DAE06E-5126-3F77-306E-564BDD21F3CE}"/>
                </a:ext>
              </a:extLst>
            </p:cNvPr>
            <p:cNvSpPr/>
            <p:nvPr/>
          </p:nvSpPr>
          <p:spPr>
            <a:xfrm>
              <a:off x="2009213" y="4099997"/>
              <a:ext cx="381330" cy="599366"/>
            </a:xfrm>
            <a:prstGeom prst="roundRect">
              <a:avLst>
                <a:gd name="adj" fmla="val 36675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006E167-CB95-2B00-D718-50D78251594D}"/>
                </a:ext>
              </a:extLst>
            </p:cNvPr>
            <p:cNvSpPr/>
            <p:nvPr/>
          </p:nvSpPr>
          <p:spPr>
            <a:xfrm>
              <a:off x="4271493" y="4403726"/>
              <a:ext cx="629421" cy="2956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6" name="流程图: 接点 35">
              <a:extLst>
                <a:ext uri="{FF2B5EF4-FFF2-40B4-BE49-F238E27FC236}">
                  <a16:creationId xmlns:a16="http://schemas.microsoft.com/office/drawing/2014/main" id="{8D63C5F7-8902-D8BE-2C92-008BCB984178}"/>
                </a:ext>
              </a:extLst>
            </p:cNvPr>
            <p:cNvSpPr/>
            <p:nvPr/>
          </p:nvSpPr>
          <p:spPr>
            <a:xfrm>
              <a:off x="4273164" y="4105185"/>
              <a:ext cx="313039" cy="599366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4A41C2-2D6F-74CD-FCE5-BDD99BCCBC58}"/>
              </a:ext>
            </a:extLst>
          </p:cNvPr>
          <p:cNvGrpSpPr/>
          <p:nvPr/>
        </p:nvGrpSpPr>
        <p:grpSpPr>
          <a:xfrm>
            <a:off x="6221739" y="1949746"/>
            <a:ext cx="3651668" cy="3399230"/>
            <a:chOff x="5436006" y="2105690"/>
            <a:chExt cx="3651668" cy="339923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F718309E-D4B9-D275-5EFC-175F868430B0}"/>
                </a:ext>
              </a:extLst>
            </p:cNvPr>
            <p:cNvGrpSpPr/>
            <p:nvPr/>
          </p:nvGrpSpPr>
          <p:grpSpPr>
            <a:xfrm>
              <a:off x="5522370" y="2105690"/>
              <a:ext cx="3456989" cy="3399230"/>
              <a:chOff x="2009213" y="2105690"/>
              <a:chExt cx="3456989" cy="3399230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3E44B10C-5693-C70F-596B-0A88A0294DBD}"/>
                  </a:ext>
                </a:extLst>
              </p:cNvPr>
              <p:cNvGrpSpPr/>
              <p:nvPr/>
            </p:nvGrpSpPr>
            <p:grpSpPr>
              <a:xfrm>
                <a:off x="2319425" y="2105690"/>
                <a:ext cx="2828574" cy="3399230"/>
                <a:chOff x="3987801" y="677115"/>
                <a:chExt cx="2908300" cy="3495041"/>
              </a:xfrm>
            </p:grpSpPr>
            <p:sp>
              <p:nvSpPr>
                <p:cNvPr id="44" name="矩形: 圆角 43">
                  <a:extLst>
                    <a:ext uri="{FF2B5EF4-FFF2-40B4-BE49-F238E27FC236}">
                      <a16:creationId xmlns:a16="http://schemas.microsoft.com/office/drawing/2014/main" id="{A0DEC84B-B0CF-6581-15B5-94EB1FF5ED4E}"/>
                    </a:ext>
                  </a:extLst>
                </p:cNvPr>
                <p:cNvSpPr/>
                <p:nvPr/>
              </p:nvSpPr>
              <p:spPr>
                <a:xfrm>
                  <a:off x="3987801" y="1263856"/>
                  <a:ext cx="2908300" cy="2908300"/>
                </a:xfrm>
                <a:prstGeom prst="roundRect">
                  <a:avLst>
                    <a:gd name="adj" fmla="val 21470"/>
                  </a:avLst>
                </a:prstGeom>
                <a:noFill/>
                <a:ln w="152400"/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5" name="流程图: 接点 44">
                  <a:extLst>
                    <a:ext uri="{FF2B5EF4-FFF2-40B4-BE49-F238E27FC236}">
                      <a16:creationId xmlns:a16="http://schemas.microsoft.com/office/drawing/2014/main" id="{080CC24D-9B3B-5C9D-6008-F81490500A4D}"/>
                    </a:ext>
                  </a:extLst>
                </p:cNvPr>
                <p:cNvSpPr/>
                <p:nvPr/>
              </p:nvSpPr>
              <p:spPr>
                <a:xfrm>
                  <a:off x="4644542" y="677115"/>
                  <a:ext cx="355600" cy="34290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6" name="流程图: 接点 45">
                  <a:extLst>
                    <a:ext uri="{FF2B5EF4-FFF2-40B4-BE49-F238E27FC236}">
                      <a16:creationId xmlns:a16="http://schemas.microsoft.com/office/drawing/2014/main" id="{EE2E685E-BE0B-F06C-896F-D89342EDC2E2}"/>
                    </a:ext>
                  </a:extLst>
                </p:cNvPr>
                <p:cNvSpPr/>
                <p:nvPr/>
              </p:nvSpPr>
              <p:spPr>
                <a:xfrm>
                  <a:off x="5863742" y="677115"/>
                  <a:ext cx="355600" cy="342900"/>
                </a:xfrm>
                <a:prstGeom prst="flowChartConnector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27F7CA60-0FE6-69BE-3FBF-2FC975BDB7FD}"/>
                    </a:ext>
                  </a:extLst>
                </p:cNvPr>
                <p:cNvSpPr/>
                <p:nvPr/>
              </p:nvSpPr>
              <p:spPr>
                <a:xfrm>
                  <a:off x="4768380" y="723900"/>
                  <a:ext cx="89370" cy="53995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A56DE8C7-1131-8233-D7DF-192525474DD7}"/>
                    </a:ext>
                  </a:extLst>
                </p:cNvPr>
                <p:cNvSpPr/>
                <p:nvPr/>
              </p:nvSpPr>
              <p:spPr>
                <a:xfrm>
                  <a:off x="5994890" y="743156"/>
                  <a:ext cx="89370" cy="53995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7F44643F-A73D-DD59-3BD4-F33E6EE54A16}"/>
                    </a:ext>
                  </a:extLst>
                </p:cNvPr>
                <p:cNvGrpSpPr/>
                <p:nvPr/>
              </p:nvGrpSpPr>
              <p:grpSpPr>
                <a:xfrm>
                  <a:off x="4314973" y="1569982"/>
                  <a:ext cx="2327079" cy="2315305"/>
                  <a:chOff x="4296754" y="1533946"/>
                  <a:chExt cx="2327079" cy="2315305"/>
                </a:xfrm>
              </p:grpSpPr>
              <p:sp>
                <p:nvSpPr>
                  <p:cNvPr id="50" name="任意多边形: 形状 49">
                    <a:extLst>
                      <a:ext uri="{FF2B5EF4-FFF2-40B4-BE49-F238E27FC236}">
                        <a16:creationId xmlns:a16="http://schemas.microsoft.com/office/drawing/2014/main" id="{81B62874-4064-EB16-D932-D70A50534B1D}"/>
                      </a:ext>
                    </a:extLst>
                  </p:cNvPr>
                  <p:cNvSpPr/>
                  <p:nvPr/>
                </p:nvSpPr>
                <p:spPr>
                  <a:xfrm>
                    <a:off x="4296754" y="1533946"/>
                    <a:ext cx="2327079" cy="2315305"/>
                  </a:xfrm>
                  <a:custGeom>
                    <a:avLst/>
                    <a:gdLst>
                      <a:gd name="connsiteX0" fmla="*/ 584562 w 2441576"/>
                      <a:gd name="connsiteY0" fmla="*/ 0 h 2441576"/>
                      <a:gd name="connsiteX1" fmla="*/ 1857014 w 2441576"/>
                      <a:gd name="connsiteY1" fmla="*/ 0 h 2441576"/>
                      <a:gd name="connsiteX2" fmla="*/ 2441576 w 2441576"/>
                      <a:gd name="connsiteY2" fmla="*/ 584562 h 2441576"/>
                      <a:gd name="connsiteX3" fmla="*/ 2441576 w 2441576"/>
                      <a:gd name="connsiteY3" fmla="*/ 633985 h 2441576"/>
                      <a:gd name="connsiteX4" fmla="*/ 1782176 w 2441576"/>
                      <a:gd name="connsiteY4" fmla="*/ 633985 h 2441576"/>
                      <a:gd name="connsiteX5" fmla="*/ 1782176 w 2441576"/>
                      <a:gd name="connsiteY5" fmla="*/ 636101 h 2441576"/>
                      <a:gd name="connsiteX6" fmla="*/ 607533 w 2441576"/>
                      <a:gd name="connsiteY6" fmla="*/ 636101 h 2441576"/>
                      <a:gd name="connsiteX7" fmla="*/ 607533 w 2441576"/>
                      <a:gd name="connsiteY7" fmla="*/ 1839426 h 2441576"/>
                      <a:gd name="connsiteX8" fmla="*/ 1834043 w 2441576"/>
                      <a:gd name="connsiteY8" fmla="*/ 1839426 h 2441576"/>
                      <a:gd name="connsiteX9" fmla="*/ 1834043 w 2441576"/>
                      <a:gd name="connsiteY9" fmla="*/ 1836251 h 2441576"/>
                      <a:gd name="connsiteX10" fmla="*/ 2441576 w 2441576"/>
                      <a:gd name="connsiteY10" fmla="*/ 1836251 h 2441576"/>
                      <a:gd name="connsiteX11" fmla="*/ 2441576 w 2441576"/>
                      <a:gd name="connsiteY11" fmla="*/ 1857014 h 2441576"/>
                      <a:gd name="connsiteX12" fmla="*/ 1857014 w 2441576"/>
                      <a:gd name="connsiteY12" fmla="*/ 2441576 h 2441576"/>
                      <a:gd name="connsiteX13" fmla="*/ 584562 w 2441576"/>
                      <a:gd name="connsiteY13" fmla="*/ 2441576 h 2441576"/>
                      <a:gd name="connsiteX14" fmla="*/ 0 w 2441576"/>
                      <a:gd name="connsiteY14" fmla="*/ 1857014 h 2441576"/>
                      <a:gd name="connsiteX15" fmla="*/ 0 w 2441576"/>
                      <a:gd name="connsiteY15" fmla="*/ 584562 h 2441576"/>
                      <a:gd name="connsiteX16" fmla="*/ 584562 w 2441576"/>
                      <a:gd name="connsiteY16" fmla="*/ 0 h 2441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41576" h="2441576">
                        <a:moveTo>
                          <a:pt x="584562" y="0"/>
                        </a:moveTo>
                        <a:lnTo>
                          <a:pt x="1857014" y="0"/>
                        </a:lnTo>
                        <a:cubicBezTo>
                          <a:pt x="2179859" y="0"/>
                          <a:pt x="2441576" y="261717"/>
                          <a:pt x="2441576" y="584562"/>
                        </a:cubicBezTo>
                        <a:lnTo>
                          <a:pt x="2441576" y="633985"/>
                        </a:lnTo>
                        <a:lnTo>
                          <a:pt x="1782176" y="633985"/>
                        </a:lnTo>
                        <a:lnTo>
                          <a:pt x="1782176" y="636101"/>
                        </a:lnTo>
                        <a:lnTo>
                          <a:pt x="607533" y="636101"/>
                        </a:lnTo>
                        <a:lnTo>
                          <a:pt x="607533" y="1839426"/>
                        </a:lnTo>
                        <a:lnTo>
                          <a:pt x="1834043" y="1839426"/>
                        </a:lnTo>
                        <a:lnTo>
                          <a:pt x="1834043" y="1836251"/>
                        </a:lnTo>
                        <a:lnTo>
                          <a:pt x="2441576" y="1836251"/>
                        </a:lnTo>
                        <a:lnTo>
                          <a:pt x="2441576" y="1857014"/>
                        </a:lnTo>
                        <a:cubicBezTo>
                          <a:pt x="2441576" y="2179859"/>
                          <a:pt x="2179859" y="2441576"/>
                          <a:pt x="1857014" y="2441576"/>
                        </a:cubicBezTo>
                        <a:lnTo>
                          <a:pt x="584562" y="2441576"/>
                        </a:lnTo>
                        <a:cubicBezTo>
                          <a:pt x="261717" y="2441576"/>
                          <a:pt x="0" y="2179859"/>
                          <a:pt x="0" y="1857014"/>
                        </a:cubicBezTo>
                        <a:lnTo>
                          <a:pt x="0" y="584562"/>
                        </a:lnTo>
                        <a:cubicBezTo>
                          <a:pt x="0" y="261717"/>
                          <a:pt x="261717" y="0"/>
                          <a:pt x="584562" y="0"/>
                        </a:cubicBezTo>
                        <a:close/>
                      </a:path>
                    </a:pathLst>
                  </a:cu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51" name="流程图: 接点 50">
                    <a:extLst>
                      <a:ext uri="{FF2B5EF4-FFF2-40B4-BE49-F238E27FC236}">
                        <a16:creationId xmlns:a16="http://schemas.microsoft.com/office/drawing/2014/main" id="{7839FBD0-7AE4-15DD-7551-BCA6C4D7F953}"/>
                      </a:ext>
                    </a:extLst>
                  </p:cNvPr>
                  <p:cNvSpPr/>
                  <p:nvPr/>
                </p:nvSpPr>
                <p:spPr>
                  <a:xfrm>
                    <a:off x="5971369" y="1844456"/>
                    <a:ext cx="652464" cy="611899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52" name="流程图: 接点 51">
                    <a:extLst>
                      <a:ext uri="{FF2B5EF4-FFF2-40B4-BE49-F238E27FC236}">
                        <a16:creationId xmlns:a16="http://schemas.microsoft.com/office/drawing/2014/main" id="{2238F97A-CE2A-134D-ABB2-8FB318999E08}"/>
                      </a:ext>
                    </a:extLst>
                  </p:cNvPr>
                  <p:cNvSpPr/>
                  <p:nvPr/>
                </p:nvSpPr>
                <p:spPr>
                  <a:xfrm>
                    <a:off x="6301970" y="2679977"/>
                    <a:ext cx="321862" cy="616260"/>
                  </a:xfrm>
                  <a:prstGeom prst="flowChartConnector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B1BA40B0-ED0E-E93E-6250-93C0E52868E4}"/>
                  </a:ext>
                </a:extLst>
              </p:cNvPr>
              <p:cNvSpPr/>
              <p:nvPr/>
            </p:nvSpPr>
            <p:spPr>
              <a:xfrm>
                <a:off x="5084872" y="4099997"/>
                <a:ext cx="381330" cy="599366"/>
              </a:xfrm>
              <a:prstGeom prst="roundRect">
                <a:avLst>
                  <a:gd name="adj" fmla="val 37369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67BE04E4-C4E3-62BA-9F59-9F48631EAAD2}"/>
                  </a:ext>
                </a:extLst>
              </p:cNvPr>
              <p:cNvSpPr/>
              <p:nvPr/>
            </p:nvSpPr>
            <p:spPr>
              <a:xfrm>
                <a:off x="2009213" y="4099997"/>
                <a:ext cx="381330" cy="599366"/>
              </a:xfrm>
              <a:prstGeom prst="roundRect">
                <a:avLst>
                  <a:gd name="adj" fmla="val 36675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F824743-398F-25D4-259C-FAA3B057D3A6}"/>
                  </a:ext>
                </a:extLst>
              </p:cNvPr>
              <p:cNvSpPr/>
              <p:nvPr/>
            </p:nvSpPr>
            <p:spPr>
              <a:xfrm>
                <a:off x="4271493" y="4403726"/>
                <a:ext cx="629421" cy="2956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3" name="流程图: 接点 42">
                <a:extLst>
                  <a:ext uri="{FF2B5EF4-FFF2-40B4-BE49-F238E27FC236}">
                    <a16:creationId xmlns:a16="http://schemas.microsoft.com/office/drawing/2014/main" id="{8984F229-96F4-8189-F244-CE88B6674A8E}"/>
                  </a:ext>
                </a:extLst>
              </p:cNvPr>
              <p:cNvSpPr/>
              <p:nvPr/>
            </p:nvSpPr>
            <p:spPr>
              <a:xfrm>
                <a:off x="4273164" y="4105185"/>
                <a:ext cx="313039" cy="599366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C57F4B3-4C6E-9D2A-42B1-F7EAB521DAA7}"/>
                </a:ext>
              </a:extLst>
            </p:cNvPr>
            <p:cNvSpPr/>
            <p:nvPr/>
          </p:nvSpPr>
          <p:spPr>
            <a:xfrm>
              <a:off x="5436006" y="4437110"/>
              <a:ext cx="29898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C3ABC3D-FD4D-4484-66EC-02386ED9A6A7}"/>
                </a:ext>
              </a:extLst>
            </p:cNvPr>
            <p:cNvSpPr/>
            <p:nvPr/>
          </p:nvSpPr>
          <p:spPr>
            <a:xfrm>
              <a:off x="8788694" y="4437109"/>
              <a:ext cx="29898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827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E4048A6-2D22-30C3-03D0-2E3326C5FC39}"/>
              </a:ext>
            </a:extLst>
          </p:cNvPr>
          <p:cNvSpPr/>
          <p:nvPr/>
        </p:nvSpPr>
        <p:spPr>
          <a:xfrm>
            <a:off x="-10792683" y="3429000"/>
            <a:ext cx="12192000" cy="69372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EA14BF2-6E39-9E16-6153-7CDD85E68174}"/>
              </a:ext>
            </a:extLst>
          </p:cNvPr>
          <p:cNvGrpSpPr/>
          <p:nvPr/>
        </p:nvGrpSpPr>
        <p:grpSpPr>
          <a:xfrm>
            <a:off x="4270166" y="1881828"/>
            <a:ext cx="3651668" cy="3399230"/>
            <a:chOff x="5436006" y="2105690"/>
            <a:chExt cx="3651668" cy="339923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63CC298-76E1-14F8-46A3-80B140599F80}"/>
                </a:ext>
              </a:extLst>
            </p:cNvPr>
            <p:cNvGrpSpPr/>
            <p:nvPr/>
          </p:nvGrpSpPr>
          <p:grpSpPr>
            <a:xfrm>
              <a:off x="5522370" y="2105690"/>
              <a:ext cx="3456989" cy="3399230"/>
              <a:chOff x="2009213" y="2105690"/>
              <a:chExt cx="3456989" cy="3399230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DE2C8BB2-4405-9DB5-F042-4482B971FFF3}"/>
                  </a:ext>
                </a:extLst>
              </p:cNvPr>
              <p:cNvGrpSpPr/>
              <p:nvPr/>
            </p:nvGrpSpPr>
            <p:grpSpPr>
              <a:xfrm>
                <a:off x="2319425" y="2105690"/>
                <a:ext cx="2828574" cy="3399230"/>
                <a:chOff x="3987801" y="677115"/>
                <a:chExt cx="2908300" cy="3495041"/>
              </a:xfrm>
            </p:grpSpPr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39A96E38-8C14-B257-A5DB-60D1F206D9B3}"/>
                    </a:ext>
                  </a:extLst>
                </p:cNvPr>
                <p:cNvSpPr/>
                <p:nvPr/>
              </p:nvSpPr>
              <p:spPr>
                <a:xfrm>
                  <a:off x="3987801" y="1263856"/>
                  <a:ext cx="2908300" cy="2908300"/>
                </a:xfrm>
                <a:prstGeom prst="roundRect">
                  <a:avLst>
                    <a:gd name="adj" fmla="val 21470"/>
                  </a:avLst>
                </a:prstGeom>
                <a:noFill/>
                <a:ln w="152400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2" name="流程图: 接点 11">
                  <a:extLst>
                    <a:ext uri="{FF2B5EF4-FFF2-40B4-BE49-F238E27FC236}">
                      <a16:creationId xmlns:a16="http://schemas.microsoft.com/office/drawing/2014/main" id="{6B2EE791-B10E-F5AC-7DF8-54AB51186D6C}"/>
                    </a:ext>
                  </a:extLst>
                </p:cNvPr>
                <p:cNvSpPr/>
                <p:nvPr/>
              </p:nvSpPr>
              <p:spPr>
                <a:xfrm>
                  <a:off x="4644542" y="677115"/>
                  <a:ext cx="355600" cy="34290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0F95EAF2-5E9B-AAA9-4689-74933D9E4522}"/>
                    </a:ext>
                  </a:extLst>
                </p:cNvPr>
                <p:cNvSpPr/>
                <p:nvPr/>
              </p:nvSpPr>
              <p:spPr>
                <a:xfrm>
                  <a:off x="5863742" y="677115"/>
                  <a:ext cx="355600" cy="342900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39ADD527-F07F-6A1C-AF93-3B7B745ECECB}"/>
                    </a:ext>
                  </a:extLst>
                </p:cNvPr>
                <p:cNvSpPr/>
                <p:nvPr/>
              </p:nvSpPr>
              <p:spPr>
                <a:xfrm>
                  <a:off x="4768380" y="723900"/>
                  <a:ext cx="89370" cy="5399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E2C5B0D3-91BA-D700-6575-D52A12DB3385}"/>
                    </a:ext>
                  </a:extLst>
                </p:cNvPr>
                <p:cNvSpPr/>
                <p:nvPr/>
              </p:nvSpPr>
              <p:spPr>
                <a:xfrm>
                  <a:off x="5994890" y="743156"/>
                  <a:ext cx="89370" cy="5399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8F76997E-A1D7-215C-147F-005C286A74B9}"/>
                    </a:ext>
                  </a:extLst>
                </p:cNvPr>
                <p:cNvGrpSpPr/>
                <p:nvPr/>
              </p:nvGrpSpPr>
              <p:grpSpPr>
                <a:xfrm>
                  <a:off x="4314973" y="1569982"/>
                  <a:ext cx="2327079" cy="2315305"/>
                  <a:chOff x="4296754" y="1533946"/>
                  <a:chExt cx="2327079" cy="2315305"/>
                </a:xfrm>
              </p:grpSpPr>
              <p:sp>
                <p:nvSpPr>
                  <p:cNvPr id="17" name="任意多边形: 形状 16">
                    <a:extLst>
                      <a:ext uri="{FF2B5EF4-FFF2-40B4-BE49-F238E27FC236}">
                        <a16:creationId xmlns:a16="http://schemas.microsoft.com/office/drawing/2014/main" id="{6A1781E1-AB80-FD84-0777-A46999D1DF75}"/>
                      </a:ext>
                    </a:extLst>
                  </p:cNvPr>
                  <p:cNvSpPr/>
                  <p:nvPr/>
                </p:nvSpPr>
                <p:spPr>
                  <a:xfrm>
                    <a:off x="4296754" y="1533946"/>
                    <a:ext cx="2327079" cy="2315305"/>
                  </a:xfrm>
                  <a:custGeom>
                    <a:avLst/>
                    <a:gdLst>
                      <a:gd name="connsiteX0" fmla="*/ 584562 w 2441576"/>
                      <a:gd name="connsiteY0" fmla="*/ 0 h 2441576"/>
                      <a:gd name="connsiteX1" fmla="*/ 1857014 w 2441576"/>
                      <a:gd name="connsiteY1" fmla="*/ 0 h 2441576"/>
                      <a:gd name="connsiteX2" fmla="*/ 2441576 w 2441576"/>
                      <a:gd name="connsiteY2" fmla="*/ 584562 h 2441576"/>
                      <a:gd name="connsiteX3" fmla="*/ 2441576 w 2441576"/>
                      <a:gd name="connsiteY3" fmla="*/ 633985 h 2441576"/>
                      <a:gd name="connsiteX4" fmla="*/ 1782176 w 2441576"/>
                      <a:gd name="connsiteY4" fmla="*/ 633985 h 2441576"/>
                      <a:gd name="connsiteX5" fmla="*/ 1782176 w 2441576"/>
                      <a:gd name="connsiteY5" fmla="*/ 636101 h 2441576"/>
                      <a:gd name="connsiteX6" fmla="*/ 607533 w 2441576"/>
                      <a:gd name="connsiteY6" fmla="*/ 636101 h 2441576"/>
                      <a:gd name="connsiteX7" fmla="*/ 607533 w 2441576"/>
                      <a:gd name="connsiteY7" fmla="*/ 1839426 h 2441576"/>
                      <a:gd name="connsiteX8" fmla="*/ 1834043 w 2441576"/>
                      <a:gd name="connsiteY8" fmla="*/ 1839426 h 2441576"/>
                      <a:gd name="connsiteX9" fmla="*/ 1834043 w 2441576"/>
                      <a:gd name="connsiteY9" fmla="*/ 1836251 h 2441576"/>
                      <a:gd name="connsiteX10" fmla="*/ 2441576 w 2441576"/>
                      <a:gd name="connsiteY10" fmla="*/ 1836251 h 2441576"/>
                      <a:gd name="connsiteX11" fmla="*/ 2441576 w 2441576"/>
                      <a:gd name="connsiteY11" fmla="*/ 1857014 h 2441576"/>
                      <a:gd name="connsiteX12" fmla="*/ 1857014 w 2441576"/>
                      <a:gd name="connsiteY12" fmla="*/ 2441576 h 2441576"/>
                      <a:gd name="connsiteX13" fmla="*/ 584562 w 2441576"/>
                      <a:gd name="connsiteY13" fmla="*/ 2441576 h 2441576"/>
                      <a:gd name="connsiteX14" fmla="*/ 0 w 2441576"/>
                      <a:gd name="connsiteY14" fmla="*/ 1857014 h 2441576"/>
                      <a:gd name="connsiteX15" fmla="*/ 0 w 2441576"/>
                      <a:gd name="connsiteY15" fmla="*/ 584562 h 2441576"/>
                      <a:gd name="connsiteX16" fmla="*/ 584562 w 2441576"/>
                      <a:gd name="connsiteY16" fmla="*/ 0 h 24415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441576" h="2441576">
                        <a:moveTo>
                          <a:pt x="584562" y="0"/>
                        </a:moveTo>
                        <a:lnTo>
                          <a:pt x="1857014" y="0"/>
                        </a:lnTo>
                        <a:cubicBezTo>
                          <a:pt x="2179859" y="0"/>
                          <a:pt x="2441576" y="261717"/>
                          <a:pt x="2441576" y="584562"/>
                        </a:cubicBezTo>
                        <a:lnTo>
                          <a:pt x="2441576" y="633985"/>
                        </a:lnTo>
                        <a:lnTo>
                          <a:pt x="1782176" y="633985"/>
                        </a:lnTo>
                        <a:lnTo>
                          <a:pt x="1782176" y="636101"/>
                        </a:lnTo>
                        <a:lnTo>
                          <a:pt x="607533" y="636101"/>
                        </a:lnTo>
                        <a:lnTo>
                          <a:pt x="607533" y="1839426"/>
                        </a:lnTo>
                        <a:lnTo>
                          <a:pt x="1834043" y="1839426"/>
                        </a:lnTo>
                        <a:lnTo>
                          <a:pt x="1834043" y="1836251"/>
                        </a:lnTo>
                        <a:lnTo>
                          <a:pt x="2441576" y="1836251"/>
                        </a:lnTo>
                        <a:lnTo>
                          <a:pt x="2441576" y="1857014"/>
                        </a:lnTo>
                        <a:cubicBezTo>
                          <a:pt x="2441576" y="2179859"/>
                          <a:pt x="2179859" y="2441576"/>
                          <a:pt x="1857014" y="2441576"/>
                        </a:cubicBezTo>
                        <a:lnTo>
                          <a:pt x="584562" y="2441576"/>
                        </a:lnTo>
                        <a:cubicBezTo>
                          <a:pt x="261717" y="2441576"/>
                          <a:pt x="0" y="2179859"/>
                          <a:pt x="0" y="1857014"/>
                        </a:cubicBezTo>
                        <a:lnTo>
                          <a:pt x="0" y="584562"/>
                        </a:lnTo>
                        <a:cubicBezTo>
                          <a:pt x="0" y="261717"/>
                          <a:pt x="261717" y="0"/>
                          <a:pt x="584562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8" name="流程图: 接点 17">
                    <a:extLst>
                      <a:ext uri="{FF2B5EF4-FFF2-40B4-BE49-F238E27FC236}">
                        <a16:creationId xmlns:a16="http://schemas.microsoft.com/office/drawing/2014/main" id="{F0D3AD1C-1914-F756-C701-986BA5A3C743}"/>
                      </a:ext>
                    </a:extLst>
                  </p:cNvPr>
                  <p:cNvSpPr/>
                  <p:nvPr/>
                </p:nvSpPr>
                <p:spPr>
                  <a:xfrm>
                    <a:off x="5971369" y="1844456"/>
                    <a:ext cx="652464" cy="611899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9" name="流程图: 接点 18">
                    <a:extLst>
                      <a:ext uri="{FF2B5EF4-FFF2-40B4-BE49-F238E27FC236}">
                        <a16:creationId xmlns:a16="http://schemas.microsoft.com/office/drawing/2014/main" id="{C8897EBD-34C9-4677-4946-19848A833170}"/>
                      </a:ext>
                    </a:extLst>
                  </p:cNvPr>
                  <p:cNvSpPr/>
                  <p:nvPr/>
                </p:nvSpPr>
                <p:spPr>
                  <a:xfrm>
                    <a:off x="6301970" y="2679977"/>
                    <a:ext cx="321862" cy="616260"/>
                  </a:xfrm>
                  <a:prstGeom prst="flowChartConnector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1C9249FB-76BF-7932-E2F6-FBCC4963287F}"/>
                  </a:ext>
                </a:extLst>
              </p:cNvPr>
              <p:cNvSpPr/>
              <p:nvPr/>
            </p:nvSpPr>
            <p:spPr>
              <a:xfrm>
                <a:off x="5084872" y="4099997"/>
                <a:ext cx="381330" cy="599366"/>
              </a:xfrm>
              <a:prstGeom prst="roundRect">
                <a:avLst>
                  <a:gd name="adj" fmla="val 3736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4441B1F4-1923-66B0-E02E-C25C39D706E9}"/>
                  </a:ext>
                </a:extLst>
              </p:cNvPr>
              <p:cNvSpPr/>
              <p:nvPr/>
            </p:nvSpPr>
            <p:spPr>
              <a:xfrm>
                <a:off x="2009213" y="4099997"/>
                <a:ext cx="381330" cy="599366"/>
              </a:xfrm>
              <a:prstGeom prst="roundRect">
                <a:avLst>
                  <a:gd name="adj" fmla="val 36675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6671ED0-BDA4-3DD8-AF1D-A217F4CC0C32}"/>
                  </a:ext>
                </a:extLst>
              </p:cNvPr>
              <p:cNvSpPr/>
              <p:nvPr/>
            </p:nvSpPr>
            <p:spPr>
              <a:xfrm>
                <a:off x="4271493" y="4403726"/>
                <a:ext cx="629421" cy="2956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流程图: 接点 9">
                <a:extLst>
                  <a:ext uri="{FF2B5EF4-FFF2-40B4-BE49-F238E27FC236}">
                    <a16:creationId xmlns:a16="http://schemas.microsoft.com/office/drawing/2014/main" id="{EAA72039-EA98-6A0D-148F-331DD2F5DB74}"/>
                  </a:ext>
                </a:extLst>
              </p:cNvPr>
              <p:cNvSpPr/>
              <p:nvPr/>
            </p:nvSpPr>
            <p:spPr>
              <a:xfrm>
                <a:off x="4273164" y="4105185"/>
                <a:ext cx="313039" cy="59936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F301D86-A843-D296-749B-A4A8B0EE29CB}"/>
                </a:ext>
              </a:extLst>
            </p:cNvPr>
            <p:cNvSpPr/>
            <p:nvPr/>
          </p:nvSpPr>
          <p:spPr>
            <a:xfrm>
              <a:off x="5436006" y="4437110"/>
              <a:ext cx="298980" cy="45719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646B6A2-E526-AA47-21ED-EE661FD554E3}"/>
                </a:ext>
              </a:extLst>
            </p:cNvPr>
            <p:cNvSpPr/>
            <p:nvPr/>
          </p:nvSpPr>
          <p:spPr>
            <a:xfrm>
              <a:off x="8788694" y="4437109"/>
              <a:ext cx="298980" cy="45719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179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jaijai C</dc:creator>
  <cp:lastModifiedBy>jaijai C</cp:lastModifiedBy>
  <cp:revision>8</cp:revision>
  <dcterms:created xsi:type="dcterms:W3CDTF">2025-10-09T10:15:32Z</dcterms:created>
  <dcterms:modified xsi:type="dcterms:W3CDTF">2025-10-10T08:47:00Z</dcterms:modified>
</cp:coreProperties>
</file>